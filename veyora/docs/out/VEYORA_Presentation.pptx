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8F1EC"/>
                </a:solidFill>
                <a:latin typeface="Calibri"/>
              </a:rPr>
              <a:t>VEYORA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7F8F5"/>
                </a:solidFill>
                <a:latin typeface="Calibri"/>
              </a:rPr>
              <a:t>Risk-Aware Project Plan for Development of a</a:t>
            </a:r>
          </a:p>
          <a:p>
            <a:r>
              <a:rPr sz="2600" b="0">
                <a:solidFill>
                  <a:srgbClr val="F7F8F5"/>
                </a:solidFill>
                <a:latin typeface="Calibri"/>
              </a:rPr>
              <a:t>Smart Healthcare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96C60"/>
                </a:solidFill>
                <a:latin typeface="Calibri"/>
              </a:rPr>
              <a:t>“A little less complexity. A lot more care.”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756F"/>
                </a:solidFill>
                <a:latin typeface="Calibri"/>
              </a:rPr>
              <a:t>Mange Krisha Ashok · Roll TYCS_68 · PRN 125BTCS2004</a:t>
            </a:r>
          </a:p>
          <a:p>
            <a:r>
              <a:rPr sz="1500" b="0">
                <a:solidFill>
                  <a:srgbClr val="66756F"/>
                </a:solidFill>
                <a:latin typeface="Calibri"/>
              </a:rPr>
              <a:t>Shah &amp; Anchor Kutchhi Engineering College · Software Engineering Practices</a:t>
            </a:r>
          </a:p>
          <a:p>
            <a:r>
              <a:rPr sz="1500" b="0">
                <a:solidFill>
                  <a:srgbClr val="66756F"/>
                </a:solidFill>
                <a:latin typeface="Calibri"/>
              </a:rPr>
              <a:t>Individual submission · SDG 3 — Good Health and Well-being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Problem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Small clinics face sprawling systems or ad-hoc spreadsheets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Assignment demands a working prototype AND a risk-aware plan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In scope: auth + roles, in-clinic appointments, health logs,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in-app reminders, risk register, plan &amp; verification views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Out of scope (explicit): video consults, prescriptions, payments,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SMS/email/push, AI diagnosis, offline sync, hospital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82521"/>
                </a:solidFill>
                <a:latin typeface="Calibri"/>
              </a:rPr>
              <a:t>Three roles</a:t>
            </a:r>
          </a:p>
          <a:p>
            <a:r>
              <a:rPr sz="1600" b="0">
                <a:solidFill>
                  <a:srgbClr val="182521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82521"/>
                </a:solidFill>
                <a:latin typeface="Calibri"/>
              </a:rPr>
              <a:t>• Patient — books, cancels, keeps private logs</a:t>
            </a:r>
          </a:p>
          <a:p>
            <a:r>
              <a:rPr sz="1600" b="0">
                <a:solidFill>
                  <a:srgbClr val="182521"/>
                </a:solidFill>
                <a:latin typeface="Calibri"/>
              </a:rPr>
              <a:t>• Doctor — manages assigned appointments</a:t>
            </a:r>
          </a:p>
          <a:p>
            <a:r>
              <a:rPr sz="1600" b="0">
                <a:solidFill>
                  <a:srgbClr val="182521"/>
                </a:solidFill>
                <a:latin typeface="Calibri"/>
              </a:rPr>
              <a:t>• Project manager — risks, plan, tasks,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SDG 3 — Good Health and Well-being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Less friction for basic care coordination: booking a visit, remembering it,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and keeping simple personal readings in one private place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No clinical claims: validation limits are technical constraints, never diagnosis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Honest scope — features requiring clinical certification are excluded, and the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UI never implies they exist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Design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React 18 + Vite + TypeScript + Motion (reference design preserved: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ivory/teal palette, Manrope, rounded cards, floating phones)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Flask + SQLAlchemy + SQLite; same-origin /api proxy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Diagrams: use-case, architecture, ER, booking activity &amp; sequence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Fixed implementation order; JIRA backlog (5 epics, 16 issues)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Key design decisions: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• Duplicate-booking safety in the DB (partial unique index)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• Reminders derived live — never stored, never stale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• Role isolation by query shape, not UI hiding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• Estimated vs actual effort kept structurally separate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Risk-Aware Project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  <a:gridCol w="1920240"/>
                <a:gridCol w="3474720"/>
              </a:tblGrid>
              <a:tr h="600891">
                <a:tc>
                  <a:txBody>
                    <a:bodyPr/>
                    <a:lstStyle/>
                    <a:p>
                      <a:r>
                        <a:rPr b="1" sz="14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Score (P×I)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Control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RISK-01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Unauthorized access to patient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3×5 = 15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Sessions, RBAC, CSRF — Implemented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RISK-02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Duplicate appointment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3×4 = 12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Partial unique index + transaction — Implemented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RISK-03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Invalid or misleading data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3×3 = 9 Mod.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Dual validation — Implemented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RISK-04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Database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2×4 = 8 Mod.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File DB + backup command — Planned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300"/>
                        <a:t>RISK-05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Development delay (solo student)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4×3 = 12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Small scope, buffer, earlier deadline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300"/>
                        <a:t>RISK-06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Stale appointment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2×2 = 4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Live computation — Implemented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756F"/>
                </a:solidFill>
                <a:latin typeface="Calibri"/>
              </a:rPr>
              <a:t>Scores are illustrative planning estimates — project-risk priorities, not clinical classifications. Owner: Krisha Mange.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4-step booking: doctor → date → slot → review, with friendly 409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conflict handling that keeps doctor + date selected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Health logs: heart rate, temperature, BP (split systolic/diastolic)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Doctor: complete/cancel with validated terminal transitions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PM workspace: register, 5×5 heatmap, plan, tasks,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Security: hashed passwords, HttpOnly SameSite cookies,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CSRF on state changes, per-endpoint role guards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Slots generated from the runtime date (IST) — no hardcoded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schedules; UTC storage, IST display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Idempotent seed; explicit dev-only reset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Actual Testing Results (2026-10-04)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Backend: 42 pytest tests passed in 31.4 s — log: docs/evidence/pytest-run-2026-10-04.txt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Concurrency: two authenticated clients raced for one slot → exactly one 201 and one 409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Frontend production build (strict TypeScript) — success; no CDN React / runtime Babel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Live smoke test via proxy: login 200, booking 201, duplicate 409, no-CSRF 403, unauth 401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Verification table shows real run dates + evidence paths; nothing recorded before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756F"/>
                </a:solidFill>
                <a:latin typeface="Calibri"/>
              </a:rPr>
              <a:t>Not claimed: JIRA screenshots, demo video, latency numbers — these are pending student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Analysis &amp;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Risk-first design: hardest requirements became DB-level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controls with executable tests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Traceability (REQ → risk → control → test → evidence)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kept every claim verifiable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Honesty as a feature: PENDING until actually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Limitations acknowledged: dev-server scale,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convention-based timezones, manual browser checklist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Personal reflection (400–500 words) written by the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2521"/>
                </a:solidFill>
                <a:latin typeface="Calibri"/>
              </a:rPr>
              <a:t>•  student from her own experience — guide in docs/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A working, deliberately small healthcare prototype delivered through 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documented risk-aware plan — with real evidence at every step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Future (not built, not claimed): rescheduling, doctor availability editing,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approved notification channels, PostgreSQL path, clinical features only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under proper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2521"/>
                </a:solidFill>
                <a:latin typeface="Calibri"/>
              </a:rPr>
              <a:t>Evidence of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822960" cy="54864"/>
          </a:xfrm>
          <a:prstGeom prst="rect">
            <a:avLst/>
          </a:prstGeom>
          <a:solidFill>
            <a:srgbClr val="09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Test log: docs/evidence/pytest-run-2026-10-04.txt (42 passed)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Build log: docs/evidence/frontend-build-2026-10-04.txt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[PLACEHOLDER] JIRA backlog + board screenshots (student action)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[PLACEHOLDER] Demonstration video link — recorded and uploaded by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2521"/>
                </a:solidFill>
                <a:latin typeface="Calibri"/>
              </a:rPr>
              <a:t>•  Krisha Mange (script in docs/demo-script.md)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756F"/>
                </a:solidFill>
                <a:latin typeface="Calibri"/>
              </a:rPr>
              <a:t>Rubric alignment documented in the final report, section “Report &amp; Presentation Section”.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